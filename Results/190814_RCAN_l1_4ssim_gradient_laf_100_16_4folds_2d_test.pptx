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21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5EE3-19DB-4C23-AE8C-11F7260C75C4}" type="datetimeFigureOut">
              <a:rPr lang="zh-CN" altLang="en-US" smtClean="0"/>
              <a:t>2019/8/14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F8AB0-9D8D-4DA0-A6C1-8FE9662AC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771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5EE3-19DB-4C23-AE8C-11F7260C75C4}" type="datetimeFigureOut">
              <a:rPr lang="zh-CN" altLang="en-US" smtClean="0"/>
              <a:t>2019/8/14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F8AB0-9D8D-4DA0-A6C1-8FE9662AC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960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5EE3-19DB-4C23-AE8C-11F7260C75C4}" type="datetimeFigureOut">
              <a:rPr lang="zh-CN" altLang="en-US" smtClean="0"/>
              <a:t>2019/8/14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F8AB0-9D8D-4DA0-A6C1-8FE9662AC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772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5EE3-19DB-4C23-AE8C-11F7260C75C4}" type="datetimeFigureOut">
              <a:rPr lang="zh-CN" altLang="en-US" smtClean="0"/>
              <a:t>2019/8/14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F8AB0-9D8D-4DA0-A6C1-8FE9662AC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239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5EE3-19DB-4C23-AE8C-11F7260C75C4}" type="datetimeFigureOut">
              <a:rPr lang="zh-CN" altLang="en-US" smtClean="0"/>
              <a:t>2019/8/14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F8AB0-9D8D-4DA0-A6C1-8FE9662AC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748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5EE3-19DB-4C23-AE8C-11F7260C75C4}" type="datetimeFigureOut">
              <a:rPr lang="zh-CN" altLang="en-US" smtClean="0"/>
              <a:t>2019/8/14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F8AB0-9D8D-4DA0-A6C1-8FE9662AC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563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5EE3-19DB-4C23-AE8C-11F7260C75C4}" type="datetimeFigureOut">
              <a:rPr lang="zh-CN" altLang="en-US" smtClean="0"/>
              <a:t>2019/8/14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F8AB0-9D8D-4DA0-A6C1-8FE9662AC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527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5EE3-19DB-4C23-AE8C-11F7260C75C4}" type="datetimeFigureOut">
              <a:rPr lang="zh-CN" altLang="en-US" smtClean="0"/>
              <a:t>2019/8/14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F8AB0-9D8D-4DA0-A6C1-8FE9662AC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228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5EE3-19DB-4C23-AE8C-11F7260C75C4}" type="datetimeFigureOut">
              <a:rPr lang="zh-CN" altLang="en-US" smtClean="0"/>
              <a:t>2019/8/14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F8AB0-9D8D-4DA0-A6C1-8FE9662AC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283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5EE3-19DB-4C23-AE8C-11F7260C75C4}" type="datetimeFigureOut">
              <a:rPr lang="zh-CN" altLang="en-US" smtClean="0"/>
              <a:t>2019/8/14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F8AB0-9D8D-4DA0-A6C1-8FE9662AC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440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5EE3-19DB-4C23-AE8C-11F7260C75C4}" type="datetimeFigureOut">
              <a:rPr lang="zh-CN" altLang="en-US" smtClean="0"/>
              <a:t>2019/8/14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F8AB0-9D8D-4DA0-A6C1-8FE9662AC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930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85EE3-19DB-4C23-AE8C-11F7260C75C4}" type="datetimeFigureOut">
              <a:rPr lang="zh-CN" altLang="en-US" smtClean="0"/>
              <a:t>2019/8/14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F8AB0-9D8D-4DA0-A6C1-8FE9662AC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501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190814_RCAN_l1_4ssim_gradient_laf_100_16_4folds_2d_test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964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965483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670437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578461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133965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588006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96122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095735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719394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555213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537803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363624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389272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951227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589501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119339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743634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214991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851106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5559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137253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2683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6363980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9409353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2232439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1016123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751129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1823192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9692003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3069131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1007235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9926811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9440659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2143169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559951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2664954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9573326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3950314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283513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9313860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7185516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9363272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0749365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0446986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4615999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0958716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4802462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6784387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0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013343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</Words>
  <Application>Microsoft Office PowerPoint</Application>
  <PresentationFormat>宽屏</PresentationFormat>
  <Paragraphs>1</Paragraphs>
  <Slides>49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4" baseType="lpstr">
      <vt:lpstr>宋体</vt:lpstr>
      <vt:lpstr>Arial</vt:lpstr>
      <vt:lpstr>Calibri</vt:lpstr>
      <vt:lpstr>Calibri Light</vt:lpstr>
      <vt:lpstr>Office 主题</vt:lpstr>
      <vt:lpstr>190814_RCAN_l1_4ssim_gradient_laf_100_16_4folds_2d_test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190814_RCAN_l1_4ssim_gradient_laf_100_16_4folds_2d_test</dc:title>
  <dc:creator>Li Hao</dc:creator>
  <cp:lastModifiedBy>Li Hao</cp:lastModifiedBy>
  <cp:revision>3</cp:revision>
  <dcterms:created xsi:type="dcterms:W3CDTF">2019-08-14T11:58:50Z</dcterms:created>
  <dcterms:modified xsi:type="dcterms:W3CDTF">2019-08-14T12:26:20Z</dcterms:modified>
</cp:coreProperties>
</file>