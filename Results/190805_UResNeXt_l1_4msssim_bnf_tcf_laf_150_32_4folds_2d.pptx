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1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13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58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15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85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16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7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41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71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5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C9D82-F09D-4324-B9E3-EF22BB8AC9D4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25717-0C0D-46E7-9271-F6535ADD1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21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190805_UResNeXt_l1_4msssim_bnf_tcf_laf_150_32_4folds_2d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8502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7980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7418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0397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9437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29780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7292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293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4035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3772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2707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2152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2147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5080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74186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60684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90498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86729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54521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14443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3487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9572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29827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277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29315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57713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04874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66889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15893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51035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9206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宽屏</PresentationFormat>
  <Paragraphs>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宋体</vt:lpstr>
      <vt:lpstr>Arial</vt:lpstr>
      <vt:lpstr>Calibri</vt:lpstr>
      <vt:lpstr>Calibri Light</vt:lpstr>
      <vt:lpstr>Office 主题</vt:lpstr>
      <vt:lpstr>190805_UResNeXt_l1_4msssim_bnf_tcf_laf_150_32_4folds_2d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190805_UResNeXt_l1_4msssim_bnf_tcf_laf_150_32_4folds_2d</dc:title>
  <dc:creator>Li Hao</dc:creator>
  <cp:lastModifiedBy>Li Hao</cp:lastModifiedBy>
  <cp:revision>2</cp:revision>
  <dcterms:created xsi:type="dcterms:W3CDTF">2019-08-05T12:29:56Z</dcterms:created>
  <dcterms:modified xsi:type="dcterms:W3CDTF">2019-08-05T12:45:13Z</dcterms:modified>
</cp:coreProperties>
</file>