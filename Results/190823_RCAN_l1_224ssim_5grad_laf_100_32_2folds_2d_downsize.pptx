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67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1151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097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90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90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05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46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657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09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19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EA7EC-E63F-4A88-8D79-862C51A86C72}" type="datetimeFigureOut">
              <a:rPr lang="de-DE" smtClean="0"/>
              <a:t>23.08.2019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2363D-D053-4A22-A1C4-EA5E8C2F02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46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190823_RCAN_l1_224ssim_5grad_laf_100_32_2folds_2d_downsize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338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9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0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6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04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5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7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8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90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10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7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14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2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41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17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22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46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33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24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9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2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80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76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53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00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71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665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1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4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262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30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</vt:lpstr>
      <vt:lpstr>190823_RCAN_l1_224ssim_5grad_laf_100_32_2folds_2d_downsize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190823_RCAN_l1_224ssim_5grad_laf_100_32_2folds_2d_downsize</dc:title>
  <dc:creator>Dental</dc:creator>
  <cp:lastModifiedBy>Dental</cp:lastModifiedBy>
  <cp:revision>1</cp:revision>
  <dcterms:created xsi:type="dcterms:W3CDTF">2019-08-23T10:20:16Z</dcterms:created>
  <dcterms:modified xsi:type="dcterms:W3CDTF">2019-08-23T10:29:07Z</dcterms:modified>
</cp:coreProperties>
</file>