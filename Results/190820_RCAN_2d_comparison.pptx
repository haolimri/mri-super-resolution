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512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53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889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32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36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79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079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28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985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39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103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42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63CEE-3C40-4A72-9818-DE0E6A9A9668}" type="datetimeFigureOut">
              <a:rPr lang="zh-CN" altLang="en-US" smtClean="0"/>
              <a:t>2019/8/20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17817-C37A-44C6-959C-E67FE0390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74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190820_RCAN_2fold_4fold_2d</a:t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04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98549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24257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6465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1460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54201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63734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9191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21424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52854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16424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41560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67218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9435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41888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36024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18383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03744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83329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80724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2874960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70042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7217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59363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363526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80003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408601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84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289094"/>
            <a:ext cx="14628571" cy="7436190"/>
          </a:xfrm>
        </p:spPr>
      </p:pic>
    </p:spTree>
    <p:extLst>
      <p:ext uri="{BB962C8B-B14F-4D97-AF65-F5344CB8AC3E}">
        <p14:creationId xmlns:p14="http://schemas.microsoft.com/office/powerpoint/2010/main" val="128483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</Words>
  <Application>Microsoft Office PowerPoint</Application>
  <PresentationFormat>宽屏</PresentationFormat>
  <Paragraphs>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宋体</vt:lpstr>
      <vt:lpstr>Arial</vt:lpstr>
      <vt:lpstr>Calibri</vt:lpstr>
      <vt:lpstr>Calibri Light</vt:lpstr>
      <vt:lpstr>Office 主题</vt:lpstr>
      <vt:lpstr>190820_RCAN_2fold_4fold_2d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190820_RCAN_2fold_4fold_2d </dc:title>
  <dc:creator>Li Hao</dc:creator>
  <cp:lastModifiedBy>Li Hao</cp:lastModifiedBy>
  <cp:revision>2</cp:revision>
  <dcterms:created xsi:type="dcterms:W3CDTF">2019-08-20T08:49:28Z</dcterms:created>
  <dcterms:modified xsi:type="dcterms:W3CDTF">2019-08-20T09:24:19Z</dcterms:modified>
</cp:coreProperties>
</file>