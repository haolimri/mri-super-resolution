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51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39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15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52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88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09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37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43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50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95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95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35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B580E-5451-4870-B691-4FFCD0F901E8}" type="datetimeFigureOut">
              <a:rPr lang="zh-CN" altLang="en-US" smtClean="0"/>
              <a:t>2019/8/9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95E35-31CC-4B80-807F-A11C53019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06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190808_RDN_l1_4ssim_gradient_laf_15_16_4folds_2d_test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58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3771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10699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22834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5950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5372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5577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64430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546954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49843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50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40294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11836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43873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352880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84286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22747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68242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283708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17859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27751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88245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80113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26933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969040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49870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17786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98658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06879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84192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</Words>
  <Application>Microsoft Office PowerPoint</Application>
  <PresentationFormat>宽屏</PresentationFormat>
  <Paragraphs>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宋体</vt:lpstr>
      <vt:lpstr>Arial</vt:lpstr>
      <vt:lpstr>Calibri</vt:lpstr>
      <vt:lpstr>Calibri Light</vt:lpstr>
      <vt:lpstr>Office 主题</vt:lpstr>
      <vt:lpstr>190808_RDN_l1_4ssim_gradient_laf_15_16_4folds_2d_test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190808_RDN_l1_4ssim_gradient_laf_15_16_4folds_2d_test</dc:title>
  <dc:creator>Li Hao</dc:creator>
  <cp:lastModifiedBy>Li Hao</cp:lastModifiedBy>
  <cp:revision>2</cp:revision>
  <dcterms:created xsi:type="dcterms:W3CDTF">2019-08-09T12:08:11Z</dcterms:created>
  <dcterms:modified xsi:type="dcterms:W3CDTF">2019-08-09T12:44:12Z</dcterms:modified>
</cp:coreProperties>
</file>