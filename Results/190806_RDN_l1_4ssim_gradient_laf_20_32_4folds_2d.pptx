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216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E0C13-9741-4C56-8BCD-31F3B5DEDA48}" type="datetimeFigureOut">
              <a:rPr lang="zh-CN" altLang="en-US" smtClean="0"/>
              <a:t>2019/8/6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E4650-6259-425C-97C5-11FFCC99B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948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E0C13-9741-4C56-8BCD-31F3B5DEDA48}" type="datetimeFigureOut">
              <a:rPr lang="zh-CN" altLang="en-US" smtClean="0"/>
              <a:t>2019/8/6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E4650-6259-425C-97C5-11FFCC99B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150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E0C13-9741-4C56-8BCD-31F3B5DEDA48}" type="datetimeFigureOut">
              <a:rPr lang="zh-CN" altLang="en-US" smtClean="0"/>
              <a:t>2019/8/6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E4650-6259-425C-97C5-11FFCC99B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197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E0C13-9741-4C56-8BCD-31F3B5DEDA48}" type="datetimeFigureOut">
              <a:rPr lang="zh-CN" altLang="en-US" smtClean="0"/>
              <a:t>2019/8/6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E4650-6259-425C-97C5-11FFCC99B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649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E0C13-9741-4C56-8BCD-31F3B5DEDA48}" type="datetimeFigureOut">
              <a:rPr lang="zh-CN" altLang="en-US" smtClean="0"/>
              <a:t>2019/8/6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E4650-6259-425C-97C5-11FFCC99B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5593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E0C13-9741-4C56-8BCD-31F3B5DEDA48}" type="datetimeFigureOut">
              <a:rPr lang="zh-CN" altLang="en-US" smtClean="0"/>
              <a:t>2019/8/6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E4650-6259-425C-97C5-11FFCC99B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587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E0C13-9741-4C56-8BCD-31F3B5DEDA48}" type="datetimeFigureOut">
              <a:rPr lang="zh-CN" altLang="en-US" smtClean="0"/>
              <a:t>2019/8/6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E4650-6259-425C-97C5-11FFCC99B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2068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E0C13-9741-4C56-8BCD-31F3B5DEDA48}" type="datetimeFigureOut">
              <a:rPr lang="zh-CN" altLang="en-US" smtClean="0"/>
              <a:t>2019/8/6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E4650-6259-425C-97C5-11FFCC99B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038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E0C13-9741-4C56-8BCD-31F3B5DEDA48}" type="datetimeFigureOut">
              <a:rPr lang="zh-CN" altLang="en-US" smtClean="0"/>
              <a:t>2019/8/6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E4650-6259-425C-97C5-11FFCC99B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186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E0C13-9741-4C56-8BCD-31F3B5DEDA48}" type="datetimeFigureOut">
              <a:rPr lang="zh-CN" altLang="en-US" smtClean="0"/>
              <a:t>2019/8/6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E4650-6259-425C-97C5-11FFCC99B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684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E0C13-9741-4C56-8BCD-31F3B5DEDA48}" type="datetimeFigureOut">
              <a:rPr lang="zh-CN" altLang="en-US" smtClean="0"/>
              <a:t>2019/8/6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E4650-6259-425C-97C5-11FFCC99B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611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9E0C13-9741-4C56-8BCD-31F3B5DEDA48}" type="datetimeFigureOut">
              <a:rPr lang="zh-CN" altLang="en-US" smtClean="0"/>
              <a:t>2019/8/6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E4650-6259-425C-97C5-11FFCC99B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360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190806_RDN_l1_4ssim_gradient_laf_20_32_4folds_2d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587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510080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080043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488842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828181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360637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820849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407796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670098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427967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852914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539704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550957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003300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608243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434586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3651867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542984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6121450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8594924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5803943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4071332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9356025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3001864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8716121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7077929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042069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</Words>
  <Application>Microsoft Office PowerPoint</Application>
  <PresentationFormat>宽屏</PresentationFormat>
  <Paragraphs>2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2" baseType="lpstr">
      <vt:lpstr>宋体</vt:lpstr>
      <vt:lpstr>Arial</vt:lpstr>
      <vt:lpstr>Calibri</vt:lpstr>
      <vt:lpstr>Calibri Light</vt:lpstr>
      <vt:lpstr>Office 主题</vt:lpstr>
      <vt:lpstr>190806_RDN_l1_4ssim_gradient_laf_20_32_4folds_2d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190806_RDN_l1_4ssim_gradient_laf_20_32_4folds_2d</dc:title>
  <dc:creator>Li Hao</dc:creator>
  <cp:lastModifiedBy>Li Hao</cp:lastModifiedBy>
  <cp:revision>2</cp:revision>
  <dcterms:created xsi:type="dcterms:W3CDTF">2019-08-06T14:15:22Z</dcterms:created>
  <dcterms:modified xsi:type="dcterms:W3CDTF">2019-08-06T14:46:56Z</dcterms:modified>
</cp:coreProperties>
</file>