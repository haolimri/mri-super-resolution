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21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DA90-0930-4B33-A10E-3DFE90816BEF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8AC2-CDCD-4445-99C4-AC46EFA4B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732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DA90-0930-4B33-A10E-3DFE90816BEF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8AC2-CDCD-4445-99C4-AC46EFA4B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67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DA90-0930-4B33-A10E-3DFE90816BEF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8AC2-CDCD-4445-99C4-AC46EFA4B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577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DA90-0930-4B33-A10E-3DFE90816BEF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8AC2-CDCD-4445-99C4-AC46EFA4B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451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DA90-0930-4B33-A10E-3DFE90816BEF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8AC2-CDCD-4445-99C4-AC46EFA4B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189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DA90-0930-4B33-A10E-3DFE90816BEF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8AC2-CDCD-4445-99C4-AC46EFA4B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945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DA90-0930-4B33-A10E-3DFE90816BEF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8AC2-CDCD-4445-99C4-AC46EFA4B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056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DA90-0930-4B33-A10E-3DFE90816BEF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8AC2-CDCD-4445-99C4-AC46EFA4B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185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DA90-0930-4B33-A10E-3DFE90816BEF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8AC2-CDCD-4445-99C4-AC46EFA4B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917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DA90-0930-4B33-A10E-3DFE90816BEF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8AC2-CDCD-4445-99C4-AC46EFA4B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79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DA90-0930-4B33-A10E-3DFE90816BEF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8AC2-CDCD-4445-99C4-AC46EFA4B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602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CDA90-0930-4B33-A10E-3DFE90816BEF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98AC2-CDCD-4445-99C4-AC46EFA4B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747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190809_UResNeXt_l1_4ssim_gradient_bnf_tcf_laf_150_32_4folds_2d_test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840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942689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056943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767086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29715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053600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501564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111948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73566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207220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458824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588681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150358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29297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095938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06731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601460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876319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105203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954750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738648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085818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930859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471507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81443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566353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945083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79171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8794624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473524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6536174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645241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957505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</Words>
  <Application>Microsoft Office PowerPoint</Application>
  <PresentationFormat>宽屏</PresentationFormat>
  <Paragraphs>1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8" baseType="lpstr">
      <vt:lpstr>宋体</vt:lpstr>
      <vt:lpstr>Arial</vt:lpstr>
      <vt:lpstr>Calibri</vt:lpstr>
      <vt:lpstr>Calibri Light</vt:lpstr>
      <vt:lpstr>Office 主题</vt:lpstr>
      <vt:lpstr>190809_UResNeXt_l1_4ssim_gradient_bnf_tcf_laf_150_32_4folds_2d_test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190809_UResNeXt_l1_4ssim_gradient_bnf_tcf_laf_150_32_4folds_2d_test</dc:title>
  <dc:creator>Li Hao</dc:creator>
  <cp:lastModifiedBy>Li Hao</cp:lastModifiedBy>
  <cp:revision>2</cp:revision>
  <dcterms:created xsi:type="dcterms:W3CDTF">2019-08-09T13:09:55Z</dcterms:created>
  <dcterms:modified xsi:type="dcterms:W3CDTF">2019-08-09T13:22:46Z</dcterms:modified>
</cp:coreProperties>
</file>