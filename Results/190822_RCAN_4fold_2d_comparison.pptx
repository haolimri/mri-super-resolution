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94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6433-8610-46A8-B58B-D227D8DAFC15}" type="datetimeFigureOut">
              <a:rPr lang="de-DE" smtClean="0"/>
              <a:t>22.08.2019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B46F-71CE-4254-A707-ECF671F4EC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2213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6433-8610-46A8-B58B-D227D8DAFC15}" type="datetimeFigureOut">
              <a:rPr lang="de-DE" smtClean="0"/>
              <a:t>22.08.2019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B46F-71CE-4254-A707-ECF671F4EC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401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6433-8610-46A8-B58B-D227D8DAFC15}" type="datetimeFigureOut">
              <a:rPr lang="de-DE" smtClean="0"/>
              <a:t>22.08.2019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B46F-71CE-4254-A707-ECF671F4EC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7120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6433-8610-46A8-B58B-D227D8DAFC15}" type="datetimeFigureOut">
              <a:rPr lang="de-DE" smtClean="0"/>
              <a:t>22.08.2019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B46F-71CE-4254-A707-ECF671F4EC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3998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6433-8610-46A8-B58B-D227D8DAFC15}" type="datetimeFigureOut">
              <a:rPr lang="de-DE" smtClean="0"/>
              <a:t>22.08.2019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B46F-71CE-4254-A707-ECF671F4EC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648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6433-8610-46A8-B58B-D227D8DAFC15}" type="datetimeFigureOut">
              <a:rPr lang="de-DE" smtClean="0"/>
              <a:t>22.08.2019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B46F-71CE-4254-A707-ECF671F4EC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5185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6433-8610-46A8-B58B-D227D8DAFC15}" type="datetimeFigureOut">
              <a:rPr lang="de-DE" smtClean="0"/>
              <a:t>22.08.2019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B46F-71CE-4254-A707-ECF671F4EC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5505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6433-8610-46A8-B58B-D227D8DAFC15}" type="datetimeFigureOut">
              <a:rPr lang="de-DE" smtClean="0"/>
              <a:t>22.08.2019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B46F-71CE-4254-A707-ECF671F4EC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1751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6433-8610-46A8-B58B-D227D8DAFC15}" type="datetimeFigureOut">
              <a:rPr lang="de-DE" smtClean="0"/>
              <a:t>22.08.2019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B46F-71CE-4254-A707-ECF671F4EC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580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6433-8610-46A8-B58B-D227D8DAFC15}" type="datetimeFigureOut">
              <a:rPr lang="de-DE" smtClean="0"/>
              <a:t>22.08.2019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B46F-71CE-4254-A707-ECF671F4EC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0232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F6433-8610-46A8-B58B-D227D8DAFC15}" type="datetimeFigureOut">
              <a:rPr lang="de-DE" smtClean="0"/>
              <a:t>22.08.2019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B46F-71CE-4254-A707-ECF671F4EC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7322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F6433-8610-46A8-B58B-D227D8DAFC15}" type="datetimeFigureOut">
              <a:rPr lang="de-DE" smtClean="0"/>
              <a:t>22.08.2019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9B46F-71CE-4254-A707-ECF671F4EC2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5528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altLang="zh-CN" dirty="0" smtClean="0"/>
              <a:t>190822_RCAN_4fold_2d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2085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801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963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860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04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268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453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111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47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551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980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17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196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217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05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776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715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633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915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418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283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60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9011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38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9404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983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22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2657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3122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560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400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666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8756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6520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0652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3083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5338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004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3017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8054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5779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794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763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289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708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1601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9274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4607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1383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266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2659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5254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0560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286" y="-403382"/>
            <a:ext cx="14628571" cy="766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0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Breitbild</PresentationFormat>
  <Paragraphs>1</Paragraphs>
  <Slides>54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54</vt:i4>
      </vt:variant>
    </vt:vector>
  </HeadingPairs>
  <TitlesOfParts>
    <vt:vector size="59" baseType="lpstr">
      <vt:lpstr>等线 Light</vt:lpstr>
      <vt:lpstr>Arial</vt:lpstr>
      <vt:lpstr>Calibri</vt:lpstr>
      <vt:lpstr>Calibri Light</vt:lpstr>
      <vt:lpstr>Office</vt:lpstr>
      <vt:lpstr>190822_RCAN_4fold_2d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190822_RCAN_4fold_2d</dc:title>
  <dc:creator>Dental</dc:creator>
  <cp:lastModifiedBy>Dental</cp:lastModifiedBy>
  <cp:revision>4</cp:revision>
  <dcterms:created xsi:type="dcterms:W3CDTF">2019-08-22T15:01:23Z</dcterms:created>
  <dcterms:modified xsi:type="dcterms:W3CDTF">2019-08-22T16:11:12Z</dcterms:modified>
</cp:coreProperties>
</file>