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0CB-97A6-493F-AFDD-8C112AE3315A}" type="datetimeFigureOut">
              <a:rPr lang="zh-CN" altLang="en-US" smtClean="0"/>
              <a:t>2019/8/16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807E-558C-4D17-83DD-BE7119F6F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81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0CB-97A6-493F-AFDD-8C112AE3315A}" type="datetimeFigureOut">
              <a:rPr lang="zh-CN" altLang="en-US" smtClean="0"/>
              <a:t>2019/8/16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807E-558C-4D17-83DD-BE7119F6F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22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0CB-97A6-493F-AFDD-8C112AE3315A}" type="datetimeFigureOut">
              <a:rPr lang="zh-CN" altLang="en-US" smtClean="0"/>
              <a:t>2019/8/16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807E-558C-4D17-83DD-BE7119F6F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454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0CB-97A6-493F-AFDD-8C112AE3315A}" type="datetimeFigureOut">
              <a:rPr lang="zh-CN" altLang="en-US" smtClean="0"/>
              <a:t>2019/8/16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807E-558C-4D17-83DD-BE7119F6F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0276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0CB-97A6-493F-AFDD-8C112AE3315A}" type="datetimeFigureOut">
              <a:rPr lang="zh-CN" altLang="en-US" smtClean="0"/>
              <a:t>2019/8/16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807E-558C-4D17-83DD-BE7119F6F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7557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0CB-97A6-493F-AFDD-8C112AE3315A}" type="datetimeFigureOut">
              <a:rPr lang="zh-CN" altLang="en-US" smtClean="0"/>
              <a:t>2019/8/16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807E-558C-4D17-83DD-BE7119F6F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8361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0CB-97A6-493F-AFDD-8C112AE3315A}" type="datetimeFigureOut">
              <a:rPr lang="zh-CN" altLang="en-US" smtClean="0"/>
              <a:t>2019/8/16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807E-558C-4D17-83DD-BE7119F6F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436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0CB-97A6-493F-AFDD-8C112AE3315A}" type="datetimeFigureOut">
              <a:rPr lang="zh-CN" altLang="en-US" smtClean="0"/>
              <a:t>2019/8/16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807E-558C-4D17-83DD-BE7119F6F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426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0CB-97A6-493F-AFDD-8C112AE3315A}" type="datetimeFigureOut">
              <a:rPr lang="zh-CN" altLang="en-US" smtClean="0"/>
              <a:t>2019/8/16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807E-558C-4D17-83DD-BE7119F6F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4223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0CB-97A6-493F-AFDD-8C112AE3315A}" type="datetimeFigureOut">
              <a:rPr lang="zh-CN" altLang="en-US" smtClean="0"/>
              <a:t>2019/8/16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807E-558C-4D17-83DD-BE7119F6F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35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490CB-97A6-493F-AFDD-8C112AE3315A}" type="datetimeFigureOut">
              <a:rPr lang="zh-CN" altLang="en-US" smtClean="0"/>
              <a:t>2019/8/16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2C807E-558C-4D17-83DD-BE7119F6F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519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490CB-97A6-493F-AFDD-8C112AE3315A}" type="datetimeFigureOut">
              <a:rPr lang="zh-CN" altLang="en-US" smtClean="0"/>
              <a:t>2019/8/16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2C807E-558C-4D17-83DD-BE7119F6FB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309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190816_RCAN_laf_32_16_4folds_2d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84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377301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924724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3139605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2574925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4051270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1711875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1783779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3255363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1040599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1592005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2872847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13614876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631916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1939966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23227589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1630179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857894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594849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1078375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4066973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321677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9425144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18628857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2811443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7354939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18892131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2354358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33085075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12758597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15505608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143" y="0"/>
            <a:ext cx="13714286" cy="6971429"/>
          </a:xfrm>
        </p:spPr>
      </p:pic>
    </p:spTree>
    <p:extLst>
      <p:ext uri="{BB962C8B-B14F-4D97-AF65-F5344CB8AC3E}">
        <p14:creationId xmlns:p14="http://schemas.microsoft.com/office/powerpoint/2010/main" val="2187522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</Words>
  <Application>Microsoft Office PowerPoint</Application>
  <PresentationFormat>宽屏</PresentationFormat>
  <Paragraphs>1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7" baseType="lpstr">
      <vt:lpstr>宋体</vt:lpstr>
      <vt:lpstr>Arial</vt:lpstr>
      <vt:lpstr>Calibri</vt:lpstr>
      <vt:lpstr>Calibri Light</vt:lpstr>
      <vt:lpstr>Office 主题</vt:lpstr>
      <vt:lpstr>190816_RCAN_laf_32_16_4folds_2d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190816_RCAN_gradient_laf_70_16_2folds_2d_test</dc:title>
  <dc:creator>Li Hao</dc:creator>
  <cp:lastModifiedBy>Li Hao</cp:lastModifiedBy>
  <cp:revision>4</cp:revision>
  <dcterms:created xsi:type="dcterms:W3CDTF">2019-08-16T14:08:51Z</dcterms:created>
  <dcterms:modified xsi:type="dcterms:W3CDTF">2019-08-16T15:46:51Z</dcterms:modified>
</cp:coreProperties>
</file>