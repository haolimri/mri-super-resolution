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54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01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30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04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95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19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61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68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911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60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55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830D6-2E2C-4622-BE2A-C3C83F6BD9DE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13F96-653C-4F70-B864-1380A955FE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91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190812_UResNeXt_l1_4ssim_gradient_bnf_tcf_laf_200_32_4folds_2d_test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6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6165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6402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2301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1932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18747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80200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67715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03555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7462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126874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8860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3496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0091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02122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44545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81416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99586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771504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64302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72186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163923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583086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99019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118837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230169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715501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713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38834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43067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81464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26405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</Words>
  <Application>Microsoft Office PowerPoint</Application>
  <PresentationFormat>宽屏</PresentationFormat>
  <Paragraphs>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宋体</vt:lpstr>
      <vt:lpstr>Arial</vt:lpstr>
      <vt:lpstr>Calibri</vt:lpstr>
      <vt:lpstr>Calibri Light</vt:lpstr>
      <vt:lpstr>Office 主题</vt:lpstr>
      <vt:lpstr>190812_UResNeXt_l1_4ssim_gradient_bnf_tcf_laf_200_32_4folds_2d_test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190812_UResNeXt_l1_4ssim_gradient_bnf_tcf_laf_200_32_4folds_2d_test</dc:title>
  <dc:creator>Li Hao</dc:creator>
  <cp:lastModifiedBy>Li Hao</cp:lastModifiedBy>
  <cp:revision>2</cp:revision>
  <dcterms:created xsi:type="dcterms:W3CDTF">2019-08-12T12:22:45Z</dcterms:created>
  <dcterms:modified xsi:type="dcterms:W3CDTF">2019-08-12T12:33:57Z</dcterms:modified>
</cp:coreProperties>
</file>