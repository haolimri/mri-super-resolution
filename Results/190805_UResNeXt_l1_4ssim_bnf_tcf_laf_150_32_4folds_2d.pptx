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9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21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19FAE-D339-4B93-85AE-50730101D27A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3F63B-7A25-4B6D-8388-4A7177F50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95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19FAE-D339-4B93-85AE-50730101D27A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3F63B-7A25-4B6D-8388-4A7177F50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07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19FAE-D339-4B93-85AE-50730101D27A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3F63B-7A25-4B6D-8388-4A7177F50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51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19FAE-D339-4B93-85AE-50730101D27A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3F63B-7A25-4B6D-8388-4A7177F50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19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19FAE-D339-4B93-85AE-50730101D27A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3F63B-7A25-4B6D-8388-4A7177F50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878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19FAE-D339-4B93-85AE-50730101D27A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3F63B-7A25-4B6D-8388-4A7177F50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858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19FAE-D339-4B93-85AE-50730101D27A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3F63B-7A25-4B6D-8388-4A7177F50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09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19FAE-D339-4B93-85AE-50730101D27A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3F63B-7A25-4B6D-8388-4A7177F50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2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19FAE-D339-4B93-85AE-50730101D27A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3F63B-7A25-4B6D-8388-4A7177F50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57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19FAE-D339-4B93-85AE-50730101D27A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3F63B-7A25-4B6D-8388-4A7177F50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134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19FAE-D339-4B93-85AE-50730101D27A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3F63B-7A25-4B6D-8388-4A7177F50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120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9FAE-D339-4B93-85AE-50730101D27A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3F63B-7A25-4B6D-8388-4A7177F50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56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190805_UResNeXt_l1_4ssim_bnf_tcf_laf_150_32_4folds_2d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425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41035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718711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766892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250809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197076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934806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59629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83880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064836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117183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508048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063769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055561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25194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296409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848306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799136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818931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341743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69865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720369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1925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977867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150631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508397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06907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13960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862115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744406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831739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081906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909502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6105094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23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</Words>
  <Application>Microsoft Office PowerPoint</Application>
  <PresentationFormat>宽屏</PresentationFormat>
  <Paragraphs>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9" baseType="lpstr">
      <vt:lpstr>宋体</vt:lpstr>
      <vt:lpstr>Arial</vt:lpstr>
      <vt:lpstr>Calibri</vt:lpstr>
      <vt:lpstr>Calibri Light</vt:lpstr>
      <vt:lpstr>Office 主题</vt:lpstr>
      <vt:lpstr>190805_UResNeXt_l1_4ssim_bnf_tcf_laf_150_32_4folds_2d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190805_UResNeXt_l1_4ssim_bnf_tcf_laf_150_32_4folds_2d</dc:title>
  <dc:creator>Li Hao</dc:creator>
  <cp:lastModifiedBy>Li Hao</cp:lastModifiedBy>
  <cp:revision>2</cp:revision>
  <dcterms:created xsi:type="dcterms:W3CDTF">2019-08-05T12:45:36Z</dcterms:created>
  <dcterms:modified xsi:type="dcterms:W3CDTF">2019-08-05T12:59:25Z</dcterms:modified>
</cp:coreProperties>
</file>