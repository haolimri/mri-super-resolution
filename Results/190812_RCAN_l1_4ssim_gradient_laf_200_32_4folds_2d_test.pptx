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93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08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95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873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32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43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8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39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091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33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14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9C0F7-3342-4609-B78A-7FC00BE34184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9C477-DC48-4C5C-8EB0-EF6B89159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76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190812_RCAN_l1_4ssim_gradient_laf_200_32_4folds_2d_test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544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75863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30767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620946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236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103245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001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47678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77991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0074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341516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99999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68013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739492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459053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26114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896242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78207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792635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15768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349463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89861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24313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372331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03283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647626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60078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569270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8671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13802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50804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724067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</Words>
  <Application>Microsoft Office PowerPoint</Application>
  <PresentationFormat>宽屏</PresentationFormat>
  <Paragraphs>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宋体</vt:lpstr>
      <vt:lpstr>Arial</vt:lpstr>
      <vt:lpstr>Calibri</vt:lpstr>
      <vt:lpstr>Calibri Light</vt:lpstr>
      <vt:lpstr>Office 主题</vt:lpstr>
      <vt:lpstr>190812_RCAN_l1_4ssim_gradient_laf_200_32_4folds_2d_test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190812_RCAN_l1_4ssim_gradient_laf_200_32_4folds_2d_test</dc:title>
  <dc:creator>Li Hao</dc:creator>
  <cp:lastModifiedBy>Li Hao</cp:lastModifiedBy>
  <cp:revision>2</cp:revision>
  <dcterms:created xsi:type="dcterms:W3CDTF">2019-08-12T11:46:14Z</dcterms:created>
  <dcterms:modified xsi:type="dcterms:W3CDTF">2019-08-12T12:03:42Z</dcterms:modified>
</cp:coreProperties>
</file>