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1216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11B3F-2EB5-487E-AA97-F5CCC9F3D27B}" type="datetimeFigureOut">
              <a:rPr lang="zh-CN" altLang="en-US" smtClean="0"/>
              <a:t>2019/8/5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B97DC-B5D0-4ED0-BA8D-A39FAFA76C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2405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11B3F-2EB5-487E-AA97-F5CCC9F3D27B}" type="datetimeFigureOut">
              <a:rPr lang="zh-CN" altLang="en-US" smtClean="0"/>
              <a:t>2019/8/5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B97DC-B5D0-4ED0-BA8D-A39FAFA76C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9062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11B3F-2EB5-487E-AA97-F5CCC9F3D27B}" type="datetimeFigureOut">
              <a:rPr lang="zh-CN" altLang="en-US" smtClean="0"/>
              <a:t>2019/8/5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B97DC-B5D0-4ED0-BA8D-A39FAFA76C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6626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11B3F-2EB5-487E-AA97-F5CCC9F3D27B}" type="datetimeFigureOut">
              <a:rPr lang="zh-CN" altLang="en-US" smtClean="0"/>
              <a:t>2019/8/5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B97DC-B5D0-4ED0-BA8D-A39FAFA76C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8558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11B3F-2EB5-487E-AA97-F5CCC9F3D27B}" type="datetimeFigureOut">
              <a:rPr lang="zh-CN" altLang="en-US" smtClean="0"/>
              <a:t>2019/8/5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B97DC-B5D0-4ED0-BA8D-A39FAFA76C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4940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11B3F-2EB5-487E-AA97-F5CCC9F3D27B}" type="datetimeFigureOut">
              <a:rPr lang="zh-CN" altLang="en-US" smtClean="0"/>
              <a:t>2019/8/5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B97DC-B5D0-4ED0-BA8D-A39FAFA76C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3890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11B3F-2EB5-487E-AA97-F5CCC9F3D27B}" type="datetimeFigureOut">
              <a:rPr lang="zh-CN" altLang="en-US" smtClean="0"/>
              <a:t>2019/8/5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B97DC-B5D0-4ED0-BA8D-A39FAFA76C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7494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11B3F-2EB5-487E-AA97-F5CCC9F3D27B}" type="datetimeFigureOut">
              <a:rPr lang="zh-CN" altLang="en-US" smtClean="0"/>
              <a:t>2019/8/5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B97DC-B5D0-4ED0-BA8D-A39FAFA76C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2539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11B3F-2EB5-487E-AA97-F5CCC9F3D27B}" type="datetimeFigureOut">
              <a:rPr lang="zh-CN" altLang="en-US" smtClean="0"/>
              <a:t>2019/8/5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B97DC-B5D0-4ED0-BA8D-A39FAFA76C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917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11B3F-2EB5-487E-AA97-F5CCC9F3D27B}" type="datetimeFigureOut">
              <a:rPr lang="zh-CN" altLang="en-US" smtClean="0"/>
              <a:t>2019/8/5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B97DC-B5D0-4ED0-BA8D-A39FAFA76C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1691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11B3F-2EB5-487E-AA97-F5CCC9F3D27B}" type="datetimeFigureOut">
              <a:rPr lang="zh-CN" altLang="en-US" smtClean="0"/>
              <a:t>2019/8/5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B97DC-B5D0-4ED0-BA8D-A39FAFA76C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4422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F11B3F-2EB5-487E-AA97-F5CCC9F3D27B}" type="datetimeFigureOut">
              <a:rPr lang="zh-CN" altLang="en-US" smtClean="0"/>
              <a:t>2019/8/5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CB97DC-B5D0-4ED0-BA8D-A39FAFA76C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7163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190805_UResNeXt_l1_4ssim_gradient_bnf_tcf_laf_150_32_4folds_2d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8067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551898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063684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874634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701058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4181687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034658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428458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966364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635943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3923235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1605075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939113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0317821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4482626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6198961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4877239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6697044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5698747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9092964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3056597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4608212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6840179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1738070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7247783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2384529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3005798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6246512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3219636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5606788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320860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</Words>
  <Application>Microsoft Office PowerPoint</Application>
  <PresentationFormat>宽屏</PresentationFormat>
  <Paragraphs>1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6" baseType="lpstr">
      <vt:lpstr>宋体</vt:lpstr>
      <vt:lpstr>Arial</vt:lpstr>
      <vt:lpstr>Calibri</vt:lpstr>
      <vt:lpstr>Calibri Light</vt:lpstr>
      <vt:lpstr>Office 主题</vt:lpstr>
      <vt:lpstr>190805_UResNeXt_l1_4ssim_gradient_bnf_tcf_laf_150_32_4folds_2d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190805_UResNeXt_l1_4ssim_gradient_bnf_tcf_laf_150_32_4folds_2d</dc:title>
  <dc:creator>Li Hao</dc:creator>
  <cp:lastModifiedBy>Li Hao</cp:lastModifiedBy>
  <cp:revision>3</cp:revision>
  <dcterms:created xsi:type="dcterms:W3CDTF">2019-08-05T12:59:43Z</dcterms:created>
  <dcterms:modified xsi:type="dcterms:W3CDTF">2019-08-05T13:18:41Z</dcterms:modified>
</cp:coreProperties>
</file>