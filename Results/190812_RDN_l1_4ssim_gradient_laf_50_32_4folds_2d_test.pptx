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15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73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31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150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149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609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11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758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08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024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91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7D02F-AC49-406A-83D0-D182C9BCF870}" type="datetimeFigureOut">
              <a:rPr lang="zh-CN" altLang="en-US" smtClean="0"/>
              <a:t>2019/8/12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4DFC1-9CE2-4F15-A8F1-1482271ED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54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190812_RDN_l1_4ssim_gradient_laf_50_32_4folds_2d_test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52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305609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45987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888981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86552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723210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80540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2818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763947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19532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33733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737835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723183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694879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968572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978830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818279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93051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20217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679244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142521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884316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442140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63822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986412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66909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07958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544414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447655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77373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25631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</Words>
  <Application>Microsoft Office PowerPoint</Application>
  <PresentationFormat>宽屏</PresentationFormat>
  <Paragraphs>1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宋体</vt:lpstr>
      <vt:lpstr>Arial</vt:lpstr>
      <vt:lpstr>Calibri</vt:lpstr>
      <vt:lpstr>Calibri Light</vt:lpstr>
      <vt:lpstr>Office 主题</vt:lpstr>
      <vt:lpstr>190812_RDN_l1_4ssim_gradient_laf_50_32_4folds_2d_test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190812_RDN_l1_4ssim_gradient_laf_50_32_4folds_2d_test</dc:title>
  <dc:creator>Li Hao</dc:creator>
  <cp:lastModifiedBy>Li Hao</cp:lastModifiedBy>
  <cp:revision>2</cp:revision>
  <dcterms:created xsi:type="dcterms:W3CDTF">2019-08-12T12:05:30Z</dcterms:created>
  <dcterms:modified xsi:type="dcterms:W3CDTF">2019-08-12T12:21:20Z</dcterms:modified>
</cp:coreProperties>
</file>